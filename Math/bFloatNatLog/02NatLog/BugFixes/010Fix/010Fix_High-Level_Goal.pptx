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16DB1-23C8-71D1-F671-D30F429B3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DF5B4-83F0-878F-ACB5-CA08F377C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FEEE-60B5-8B61-3CDF-6A1141F6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94BFA-D102-8255-B99A-0D74E1EF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A07C2-4182-43AC-15CF-96F4C4D4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4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1EFD-70CD-5BB8-8228-79725EFB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1866-B685-D82A-689E-05DC55431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E7FC-2A19-EA03-29CD-9CE95DF0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169F9-80A9-8BDE-CEA8-D87E8204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07AEA-6534-5B80-8A05-9C21F91E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2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8F8A-A431-E136-3537-FB1EEB54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79B56-B601-9FED-97F0-2BB71933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2C74F-B1B6-0516-11E4-65900F7E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F4A9C-C0D1-9AD9-FE0B-2951F1EF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437C4-360B-CBEF-14FD-49CE24AA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6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821E-8233-C4BA-7A91-81AA6DC1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01F8-CC1C-9A90-AFF3-6CA1FDF14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15BFA-2B00-C7DD-66CD-94859AEA5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FF787-6953-7562-E762-3BE27630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D6D26-E2E3-7CB7-3894-E9A7CAAC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DB34-CA66-1CCF-429A-C74C2759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8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C22D-39CC-B9D4-46E8-3893B429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14A32-5004-1B72-6476-ED8960DDD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1F34F-0862-9AF9-D049-214CA30DA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74E1C-3ACF-58DA-2C50-153662CAA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02B099-E0AB-2A01-F80D-9CF852CAC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3E3F86-90B2-27E2-FD38-68EDFD39E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99913-3ED0-61AF-A7EE-2E5C957C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6F128-90C2-52AC-9C37-95790196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F898C-8822-3507-78B2-92009F40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80A58-7A59-01C3-C038-63739F624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7E390-F515-35C9-3D19-87E52211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2F9D7-720E-C519-CC54-9ECA5EFA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2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67958-273E-FA12-50A0-0318869A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0488F-2E9C-0C9B-68D2-AD2BCEB93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1EFB0-6832-00C7-5988-4224143D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5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F0A5-CAAD-34C5-16A6-58FF72D2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2F4E7-55BC-93DE-03D6-EF95E369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1CC10-7FA6-DE16-01A9-8402E7563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7CEF4-8741-B370-F336-FE9B0F4D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6455A-93B9-D63E-F56A-712F0250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07B31-5BE2-547B-4492-7657358B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2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CB4F-1D86-D29C-4CD8-5CB4D6E7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C5B001-8240-CC13-9BDC-FB6F3AC21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35635-13DF-5C00-5EC0-6E6BF1F65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25BB1-DC36-AC9A-9858-4EE7CE54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6FA9E-A253-06DE-E2B8-5D2B1FF67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212F7-0553-04A3-426E-3F199348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8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AC1B-5FB9-7CE0-C274-CB302647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4BF34-1973-4C70-6FEF-83F0EA424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78576-E507-364D-7902-23CF318F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A6D8E-444F-D6DC-7657-EA8692AC7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CA55B-5447-8236-C19C-F6313D07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66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CBFAA1-546D-39A8-96CA-457A0C918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CEADF-8553-3EB7-D58E-33F1745D4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67398-59E2-0884-9A70-CB2C43E8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644ED-5D1E-F6CB-00E1-F13493FA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931B-8EBF-C9D3-EBD3-0438F865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9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65DE5-E2C7-1C28-BF38-A2F404C5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DF034-36F8-DC1B-A2F2-0A1E0ABCA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9E484-4D63-9C53-35B2-C44497075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0FAE8-981C-425E-9F48-48B6965AE0F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5251B-D33C-AFD1-BA81-E3BF91625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AC490-C66A-6888-56B0-70525E78C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00432-1D79-42B3-B32F-EDA31E073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8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FCFE-F589-EA5F-5F39-B47A0EA3F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58613"/>
          </a:xfrm>
        </p:spPr>
        <p:txBody>
          <a:bodyPr/>
          <a:lstStyle/>
          <a:p>
            <a:r>
              <a:rPr lang="en-US" dirty="0"/>
              <a:t>Slide 1 — High‑level goal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2FCB995-8906-DC2B-393A-38D974892C9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2361363"/>
                <a:ext cx="9144000" cy="3175279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- </a:t>
                </a:r>
                <a:r>
                  <a:rPr lang="en-US" sz="2600" b="1" dirty="0"/>
                  <a:t>**Title:** Natural Logarithm via AGM (010Fix)</a:t>
                </a:r>
              </a:p>
              <a:p>
                <a:r>
                  <a:rPr lang="en-US" sz="3000" b="1" dirty="0"/>
                  <a:t>- **Objective:**</a:t>
                </a:r>
              </a:p>
              <a:p>
                <a:r>
                  <a:rPr lang="en-US" dirty="0"/>
                  <a:t>  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using an AGM‑structured pipeline that:</a:t>
                </a:r>
              </a:p>
              <a:p>
                <a:r>
                  <a:rPr lang="en-US" dirty="0"/>
                  <a:t>  - Reuses existing high‑precision constants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𝑝𝑖</m:t>
                    </m:r>
                  </m:oMath>
                </a14:m>
                <a:r>
                  <a:rPr lang="en-US" dirty="0"/>
                  <a:t>, etc.).</a:t>
                </a:r>
              </a:p>
              <a:p>
                <a:r>
                  <a:rPr lang="en-US" dirty="0"/>
                  <a:t>  - Preserves all current Taylor‑based correctness.</a:t>
                </a:r>
              </a:p>
              <a:p>
                <a:r>
                  <a:rPr lang="en-US" dirty="0"/>
                  <a:t>  - Allows a future drop‑in replacement of the core kernel with a true AGM iteration.</a:t>
                </a: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2FCB995-8906-DC2B-393A-38D974892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2361363"/>
                <a:ext cx="9144000" cy="3175279"/>
              </a:xfrm>
              <a:blipFill>
                <a:blip r:embed="rId2"/>
                <a:stretch>
                  <a:fillRect t="-2879" r="-600" b="-3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50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ADFF-0B93-29DE-F00D-5BB974E0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 — Pipeline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AB3334-D9DA-AF13-4461-9180D60C22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requested decimal digits $\Rightarrow$ precision bits $p$.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AB3334-D9DA-AF13-4461-9180D60C22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6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Slide 1 — High‑level goal</vt:lpstr>
      <vt:lpstr>Slide 2 — Pipeline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Rapp</dc:creator>
  <cp:lastModifiedBy>Mike Rapp</cp:lastModifiedBy>
  <cp:revision>2</cp:revision>
  <dcterms:created xsi:type="dcterms:W3CDTF">2026-03-18T06:25:21Z</dcterms:created>
  <dcterms:modified xsi:type="dcterms:W3CDTF">2026-03-18T06:37:15Z</dcterms:modified>
</cp:coreProperties>
</file>